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"/>
  </p:notesMasterIdLst>
  <p:sldIdLst>
    <p:sldId id="337" r:id="rId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92730" autoAdjust="0"/>
  </p:normalViewPr>
  <p:slideViewPr>
    <p:cSldViewPr>
      <p:cViewPr varScale="1">
        <p:scale>
          <a:sx n="108" d="100"/>
          <a:sy n="108" d="100"/>
        </p:scale>
        <p:origin x="162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4/2/2026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15926</TotalTime>
  <Words>13</Words>
  <Application>Microsoft Office PowerPoint</Application>
  <PresentationFormat>On-screen Show (4:3)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Software for Embedded Systems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740</cp:revision>
  <dcterms:created xsi:type="dcterms:W3CDTF">2010-01-15T20:22:21Z</dcterms:created>
  <dcterms:modified xsi:type="dcterms:W3CDTF">2026-04-02T05:04:36Z</dcterms:modified>
</cp:coreProperties>
</file>